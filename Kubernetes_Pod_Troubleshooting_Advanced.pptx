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K8s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745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Pod Troubleshooting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606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Troubleshooting Guide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645920" y="3429000"/>
            <a:ext cx="6766560" cy="1188720"/>
          </a:xfrm>
          <a:prstGeom prst="roundRect">
            <a:avLst>
              <a:gd name="adj" fmla="val 5385"/>
            </a:avLst>
          </a:prstGeom>
          <a:solidFill>
            <a:srgbClr val="141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3557016"/>
            <a:ext cx="6400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State:  Terminated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     OOMKilled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4892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Containers  ·  Probes  ·  OOMKilled  ·  Evictions  ·  Mount / PVC Issues  ·  Runtime  ·  kubectl debug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 Container Failures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Containers run before the application containers — commonly used to wait for dependencies, prepare files, load configuration, or perform initialization.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Init Container does not complete successfully, the application containers will not start.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63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Causes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5852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command or initialization script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ConfigMap or Secret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or other dependency is unavailable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DNS or Service name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connectivity problems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 directory permission problems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554480"/>
            <a:ext cx="5029200" cy="2377440"/>
          </a:xfrm>
          <a:prstGeom prst="roundRect">
            <a:avLst>
              <a:gd name="adj" fmla="val 2692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82496"/>
            <a:ext cx="46634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&lt;pod-name&gt;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logs &lt;pod-name&gt;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-c &lt;init-container-name&gt;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logs &lt;pod-name&gt;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-c &lt;init-container-name&gt; --previous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 Container — Example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7863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 dependency (e.g. a database) to become reachable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00" cy="2743200"/>
          </a:xfrm>
          <a:prstGeom prst="roundRect">
            <a:avLst>
              <a:gd name="adj" fmla="val 2333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53896"/>
            <a:ext cx="60350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initContainers: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wait-for-db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busybox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sh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-c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"until nc -z mysql 3306; do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echo waiting; sleep 2; done"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3258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mysql Service does not exist or is not reachable, the Init Container may remain in an Init state.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2697480"/>
            <a:ext cx="4480560" cy="1371600"/>
          </a:xfrm>
          <a:prstGeom prst="roundRect">
            <a:avLst>
              <a:gd name="adj" fmla="val 4667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0" y="2825496"/>
            <a:ext cx="4114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svc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endpoints mysql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Probe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7863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Liveness and Readiness Probe Failures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probes are health checks used to determine whether an application has started, is alive, and is ready to receive traffic.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startup probe is useful for applications that take a long time to initialize. Until it succeeds, Kubernetes does not treat liveness/readiness checks as the normal startup gate.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69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Issues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3484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takes longer to start than the probe allows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port or HTTP path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is not listening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timeout or failure threshold is too 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325880"/>
            <a:ext cx="5029200" cy="1920240"/>
          </a:xfrm>
          <a:prstGeom prst="roundRect">
            <a:avLst>
              <a:gd name="adj" fmla="val 3333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453896"/>
            <a:ext cx="46634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startupProbe: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httpGet: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/health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port: 8080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failureThreshold: 30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periodSeconds: 10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374904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141A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3877056"/>
            <a:ext cx="4663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&lt;pod-name&gt;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exec -it &lt;pod-name&gt; --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curl http://localhost:8080/health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Liveness Probe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7863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Liveness and Readiness Probe Failures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liveness probe determines whether the container is still functioning. Repeated liveness failures cause Kubernetes to restart the container.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Issues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probe path or port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is unhealthy or overloaded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timeout is too short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initialDelaySeconds or failureThreshold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75120" y="1325880"/>
            <a:ext cx="5029200" cy="1920240"/>
          </a:xfrm>
          <a:prstGeom prst="roundRect">
            <a:avLst>
              <a:gd name="adj" fmla="val 3333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453896"/>
            <a:ext cx="46634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livenessProbe: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httpGet: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/health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port: 8080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initialDelaySeconds: 30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periodSeconds: 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3383280"/>
            <a:ext cx="5029200" cy="1645920"/>
          </a:xfrm>
          <a:prstGeom prst="roundRect">
            <a:avLst>
              <a:gd name="adj" fmla="val 3889"/>
            </a:avLst>
          </a:prstGeom>
          <a:solidFill>
            <a:srgbClr val="141A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3511296"/>
            <a:ext cx="46634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&lt;pod-name&gt;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logs &lt;pod-name&gt;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exec -it &lt;pod-name&gt; --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curl -v http://localhost:8080/health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Probe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78638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Liveness and Readiness Probe Failures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readiness probe determines whether a Pod can receive traffic. If readiness fails, the Pod can remain Running but is removed from the Service endpoints.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Issues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readiness path or port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dependency is unavailable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is not ready to accept requests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75120" y="1325880"/>
            <a:ext cx="5029200" cy="1691640"/>
          </a:xfrm>
          <a:prstGeom prst="roundRect">
            <a:avLst>
              <a:gd name="adj" fmla="val 3784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453896"/>
            <a:ext cx="46634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readinessProbe: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httpGet: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/ready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port: 8080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periodSeconds: 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3154680"/>
            <a:ext cx="5029200" cy="1737360"/>
          </a:xfrm>
          <a:prstGeom prst="roundRect">
            <a:avLst>
              <a:gd name="adj" fmla="val 3684"/>
            </a:avLst>
          </a:prstGeom>
          <a:solidFill>
            <a:srgbClr val="141A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3282696"/>
            <a:ext cx="46634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&lt;pod-name&gt;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exec -it &lt;pod-name&gt; --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curl http://localhost:8080/ready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endpoints &lt;service-name&gt;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 Failure — Quick Comparison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5029200"/>
                <a:gridCol w="45720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Failure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whether the application has started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startup is considered unsuccessful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whether the application is alive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is restarted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whether the application can receive traffic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is removed from Service endpoints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OOMKilled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 means a container was terminated because it exceeded its memory limit, or the node experienced memory pressure and the process was selected for termination.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container memory limit when justified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memory leaks or unbounded caches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application memory settings such as JVM heap configuration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excessive concurrency or request sizes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realistic requests and limits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118872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316736"/>
            <a:ext cx="4663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 &lt;pod-name&gt;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&lt;pod-name&gt;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23774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C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for:  Reason: OOMKilled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75120" y="306324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141A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3191256"/>
            <a:ext cx="4663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State: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Terminated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Reason:  OOMKilled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OOMKilled — Resource &amp; Usage Checks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Resource Configuration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82496"/>
            <a:ext cx="51206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 &lt;pod-name&gt; -o yaml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requests: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memory: "256Mi"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limits: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memory: "512Mi"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Usage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682496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top pod &lt;pod-name&gt;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top nodes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Evicted Pods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 may be evicted by the kubelet when a node experiences resource pressure. Common pressure conditions include memory, disk, PID, and ephemeral-storage pressure.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node conditions such as MemoryPressure, DiskPressure, and PIDPressure.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375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5852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disk and inode space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unused container images and unnecessary files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node capacity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Pod resource consumption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ephemeral-storage requests and limits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workloads consuming excessive temporary storage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1188720"/>
            <a:ext cx="5029200" cy="1691640"/>
          </a:xfrm>
          <a:prstGeom prst="roundRect">
            <a:avLst>
              <a:gd name="adj" fmla="val 3784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316736"/>
            <a:ext cx="46634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node &lt;node-name&gt;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top node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Disk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3383280"/>
            <a:ext cx="5029200" cy="1005840"/>
          </a:xfrm>
          <a:prstGeom prst="roundRect">
            <a:avLst>
              <a:gd name="adj" fmla="val 6364"/>
            </a:avLst>
          </a:prstGeom>
          <a:solidFill>
            <a:srgbClr val="141A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3511296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Mount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FailedMount errors occur when Kubernetes cannot mount a volume required by a Pod.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Causes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PVCs, Secrets, or ConfigMaps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backend failures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driver problems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volume configuration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issues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188720"/>
            <a:ext cx="5029200" cy="2651760"/>
          </a:xfrm>
          <a:prstGeom prst="roundRect">
            <a:avLst>
              <a:gd name="adj" fmla="val 2414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316736"/>
            <a:ext cx="46634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pv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pvc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secrets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configmaps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events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--sort-by=.lastTimestamp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PVC Issues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PersistentVolumeClaim (PVC) requests storage for a workload. A healthy PVC normally reaches the Bound state.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Causes of Pending PVC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PersistentVolume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or missing StorageClass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storage capacity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 mismatch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provisioner failure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backend is unavailable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1188720"/>
            <a:ext cx="5029200" cy="2743200"/>
          </a:xfrm>
          <a:prstGeom prst="roundRect">
            <a:avLst>
              <a:gd name="adj" fmla="val 2333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316736"/>
            <a:ext cx="46634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pvc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pvc &lt;pvc-name&gt;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pv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pv &lt;pv-name&gt;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storageclass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storageclass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&lt;storage-class&gt;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PVC — Example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1280160"/>
            <a:ext cx="8229600" cy="3840480"/>
          </a:xfrm>
          <a:prstGeom prst="roundRect">
            <a:avLst>
              <a:gd name="adj" fmla="val 1667"/>
            </a:avLst>
          </a:prstGeom>
          <a:solidFill>
            <a:srgbClr val="141A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408176"/>
            <a:ext cx="786384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PersistentVolumeClaim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my-pvc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accessModes: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ReadWriteOnce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storage: 5Gi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Runtime Issues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relies on a CRI-compatible container runtime such as containerd. Runtime failures can prevent containers from starting and can cause nodes to become NotReady.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Causes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is stopped or unhealthy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configuration error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is full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 or filesystem problems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communication failure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 configuration problems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or runtime plugin issues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1188720"/>
            <a:ext cx="5029200" cy="1691640"/>
          </a:xfrm>
          <a:prstGeom prst="roundRect">
            <a:avLst>
              <a:gd name="adj" fmla="val 3784"/>
            </a:avLst>
          </a:prstGeom>
          <a:solidFill>
            <a:srgbClr val="141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316736"/>
            <a:ext cx="46634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nodes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node &lt;node-name&gt;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systemctl status kubelet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systemctl status containerd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Runtime — CRI Checks &amp; Restart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 / Runtime Checks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82496"/>
            <a:ext cx="51206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crictl info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crictl ps -a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crictl images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crictl logs &lt;container-id&gt;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 Runtime Services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682496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restart containerd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systemctl restart kubelet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kubectl debug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debug provides a way to create a troubleshooting environment for a Pod or Node. It is useful when the normal application image does not contain diagnostic tools.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a Pod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141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9816"/>
            <a:ext cx="5120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debug &lt;pod-name&gt; -it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--image=busybox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a Node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5486400" cy="1234440"/>
          </a:xfrm>
          <a:prstGeom prst="roundRect">
            <a:avLst>
              <a:gd name="adj" fmla="val 5185"/>
            </a:avLst>
          </a:prstGeom>
          <a:solidFill>
            <a:srgbClr val="141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62856"/>
            <a:ext cx="5120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debug node/&lt;node-name&gt; -it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--image=ubuntu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chroot /host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entering the node environment, useful checks include: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141A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819656"/>
            <a:ext cx="50292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systemctl status containerd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-h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aux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ip addr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37033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CEE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703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node debugging carefully — it exposes the host.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Ephemeral Containers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ephemeral container is a temporary container added to an existing Pod for troubleshooting.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when the application image is minimal and lacks tools such as curl, ps, nslookup, or networking utilities.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containers are intended for debugging and are not a replacement for normal application containers.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118872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141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0" y="1316736"/>
            <a:ext cx="4663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debug -it &lt;pod-name&gt;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--image=busybox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--target=&lt;container-name&gt;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commands inside the ephemeral container: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3017520"/>
            <a:ext cx="5029200" cy="1737360"/>
          </a:xfrm>
          <a:prstGeom prst="roundRect">
            <a:avLst>
              <a:gd name="adj" fmla="val 3684"/>
            </a:avLst>
          </a:prstGeom>
          <a:solidFill>
            <a:srgbClr val="141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3145536"/>
            <a:ext cx="46634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ip addr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nslookup kubernetes.default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wget http://service-name:8080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 Troubleshooting Quick Reference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516636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6400800"/>
              </a:tblGrid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CrashLoopBackOff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logs &lt;pod&gt; --previous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ImagePullBackOff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describe pod &lt;pod&gt;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describe pod &lt;pod&gt;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 container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logs &lt;pod&gt; -c &lt;init-container&gt;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Events and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describe pod &lt;pod&gt;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OOMKilled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state and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describe pod &lt;pod&gt;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describe node &lt;node&gt;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describe pod &lt;pod&gt;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PVC 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PVC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describe pvc &lt;pvc&gt;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containerd/kubelet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systemctl status containerd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debugging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debug node/&lt;node&gt;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debugging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Ephemeral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F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debug -it &lt;pod&gt;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Troubleshooting Commands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5486400" cy="2834640"/>
          </a:xfrm>
          <a:prstGeom prst="roundRect">
            <a:avLst>
              <a:gd name="adj" fmla="val 2258"/>
            </a:avLst>
          </a:prstGeom>
          <a:solidFill>
            <a:srgbClr val="141A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362456"/>
            <a:ext cx="51206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-o wide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pod &lt;pod&gt;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logs &lt;pod&gt;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logs &lt;pod&gt; --previous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events --sort-by=.lastTimestamp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532120" cy="3566160"/>
          </a:xfrm>
          <a:prstGeom prst="roundRect">
            <a:avLst>
              <a:gd name="adj" fmla="val 1795"/>
            </a:avLst>
          </a:prstGeom>
          <a:solidFill>
            <a:srgbClr val="141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362456"/>
            <a:ext cx="516636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nodes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node &lt;node&gt;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top pods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top nodes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pvc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describe pvc &lt;pvc&gt;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debug -it &lt;pod&gt; --image=busybox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Troubleshooting Sequence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Pod status: kubectl get pods -o wide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affected Pod and read the Events section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current and previous container logs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whether the issue is application, image, scheduling, storage, probe, or node related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node health, resource pressure, and runtime status when required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23444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storage issues, inspect PVC, PV, StorageClass, and CSI events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difficult cases, use kubectl debug or an ephemeral container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smallest safe fix and verify Pod readiness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events, logs, Pod status, and Service endpoints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Troubleshooting — Advanced Guide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633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Container Failures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246888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633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/ Liveness / Readiness Probes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246888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633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633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Evicted Pods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35204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633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Mount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5204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633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Issues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633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Issues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457200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633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debug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457200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633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Containers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from the Pod outward: status → events → logs → node → storage → runtime.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2026-09-11T03:57:15Z</dcterms:created>
  <dcterms:modified xsi:type="dcterms:W3CDTF">2026-09-11T03:57:15Z</dcterms:modified>
</cp:coreProperties>
</file>