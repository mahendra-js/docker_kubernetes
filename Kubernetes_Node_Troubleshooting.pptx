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K8s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1488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Node Troubleshooting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063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Troubleshooting Guide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0" y="397764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47088" y="4123944"/>
            <a:ext cx="6364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nodes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STATUS     ROLES    AGE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worker-2   NotReady   &lt;none&gt;   14d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5623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health  ·  Kubelet  ·  Containers  ·  CPU / Memory / Disk / PID pressure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Not Ready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identify the node condition, then check kubelet, container runtime, networking, certificates, and resource pressure.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reasons: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stopped or failed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failure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CNI problems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full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exhaustion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unreachable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or configuration problems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32588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76288" y="1472184"/>
            <a:ext cx="46268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nodes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node &lt;node-name&gt;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 to look for: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          False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MemoryPressure  False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DiskPressure    False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PIDPressure     False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Kubelet Failures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manages Pods on the node and communicates with the Kubernetes API server.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problems: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kubelet configuration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connectivity issues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failures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/ network problems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resources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325880"/>
            <a:ext cx="5029200" cy="3246120"/>
          </a:xfrm>
          <a:prstGeom prst="roundRect">
            <a:avLst>
              <a:gd name="adj" fmla="val 2254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76288" y="1472184"/>
            <a:ext cx="46268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systemctl status kubelet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journalctl -u kubelet -f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restart kubelet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systemctl is-enabled kubelet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Recent logs only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journalctl -u kubelet \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--since "30 minutes ago"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Failures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141A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472184"/>
            <a:ext cx="4809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-A -o wide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&lt;pod&gt; -n &lt;ns&gt;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&lt;pod&gt; -n &lt;ns&gt;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&lt;pod&gt; -n &lt;ns&gt; --previous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systemctl status containerd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journalctl -u containerd -f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576072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CrashLoopBackOff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repeatedly crashes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ImagePullBackOff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cannot pull the image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ErrImagePull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image pull 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OOMKilled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exceeded its memory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ContainerCreating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is still being created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RunContainerError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runtime failed to start the container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Pressure Conditions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continuously monitors node resources.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resource becomes critically low, kubelet reports a pressure condition on the node.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conditions feed directly into scheduling decisions and Pod eviction.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14630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76288" y="1609344"/>
            <a:ext cx="4626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node &lt;node-name&gt;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MemoryPressure   False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DiskPressure     False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PIDPressure      False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800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/ heavy usage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4114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800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critically low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800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or inodes low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98280" y="4114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4800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IDs exhausted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Pressure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CPU resources are heavily contended or workloads consume excessive CPU.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appropriate CPU requests and 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workloads horizontally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worker nodes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CPU-intensive applications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workloads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325880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76288" y="1472184"/>
            <a:ext cx="4626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htop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lscpu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nodes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pods -A --sort-by=cpu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33832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76288" y="3529584"/>
            <a:ext cx="4626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cpu: "250m"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cpu: "500m"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Pressure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6035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available RAM becomes critically low.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 OOMKilled containers, Pod eviction, node instability, scheduling problems.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appropriate memory requests and limits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memory-hungry Pods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application memory leaks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workloads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RAM or additional nodes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0" y="1325880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76288" y="1472184"/>
            <a:ext cx="4626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nodes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pods -A --sort-by=memory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dmesg | grep -i oom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33832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76288" y="3529584"/>
            <a:ext cx="4626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"256Mi"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"512Mi"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Pressure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disk space or inode availability becomes too low.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and application logs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files still held by processes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unused images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disk space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32588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76288" y="1472184"/>
            <a:ext cx="4626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du -sh /* 2&gt;/dev/null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du -sh /var/lib/containerd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du -sh /var/lib/kubelet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node &lt;node-name&gt;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379476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C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37947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for:  DiskPressure = True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572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clean unused container resources carefully, configure log rotation, remove unnecessary files/images, and increase disk capacity when required.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 Pressure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a node is running out of available Process IDs because too many processes or threads are running.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causes: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Pods on the node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spawning excessive processes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 / thread leaks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bombs or runaway processes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workloads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0" y="132588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76288" y="1472184"/>
            <a:ext cx="4626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aux | wc -l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/proc/sys/kernel/pid_max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-eLf | wc -l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node &lt;node-name&gt;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320040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C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for:  PIDPressure = True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9319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applications creating excessive processes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process or thread leaks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appropriate Pod PID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workload density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additional nodes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Real-World Troubleshooting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following sequence when a node becomes unhealthy: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623560" cy="3017520"/>
          </a:xfrm>
          <a:prstGeom prst="roundRect">
            <a:avLst>
              <a:gd name="adj" fmla="val 2424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837944"/>
            <a:ext cx="52212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kubectl get nodes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kubectl describe node &lt;node-name&gt;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kubectl top node &lt;node-name&gt;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kubectl get pods -A -o wide | grep &lt;node-name&gt;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systemctl status kubelet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4808" y="1837944"/>
            <a:ext cx="50383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journalctl -u kubelet --since "30 minutes ago"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systemctl status containerd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free -h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df -h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df -i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 ps aux | wc -l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920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8920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nodes → resource usage → Pods → kubelet/runtime → memory/disk/PID → corrective action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Interview-Friendly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NotReady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Kubelet, container runtime, CNI/network, certificates, resource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Kubelet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systemctl status and journalctl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describe, container logs, image and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usage, requests/limits, workload 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usage, OOMKilled, eviction, memory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space, inodes, logs, container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Process/thread count and applications spawning processes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 Troubleshooting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Principle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node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check kubelet/runtime  →  check Pod status/logs  →  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CPU, memory, disk and PID pressure  →  take corrective 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64008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node, work down through the runtime, the workload, and the resources.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2026-09-11T03:51:44Z</dcterms:created>
  <dcterms:modified xsi:type="dcterms:W3CDTF">2026-09-11T03:51:44Z</dcterms:modified>
</cp:coreProperties>
</file>